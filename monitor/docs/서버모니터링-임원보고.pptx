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05840" cy="663854"/>
          </a:xfrm>
          <a:prstGeom prst="roundRect">
            <a:avLst>
              <a:gd name="adj" fmla="val 6887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" y="1314907"/>
            <a:ext cx="804672" cy="4626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299" y="1898294"/>
            <a:ext cx="241402" cy="100584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1365" y="1998878"/>
            <a:ext cx="563270" cy="80467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10515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서버 통합 모니터링 시스템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결과 보고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240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멈추기 전에 알고, 멈추면 즉시 휴대폰으로 알립니다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09. 07   ·   IT 파트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주요 서버의 상태를 한 화면에서 보고, 이상이 생기면 담당자 휴대폰으로 바로 알리는 시스템을 자체 구축했습니다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마다 모든 서버 상태 확인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90초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 서버 정지 감지 · 알림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 디스크 용량 부족 예측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라이선스 비용 (자체 구축)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108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· MES · 그룹웨어 · V3 · NAS 등 사내 서버의 CPU · 메모리 · 디스크 · 가동 상태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66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566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서버에 작은 감시 프로그램을 설치하고, IMS 서버가 모아서 화면과 알림으로 제공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보나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0233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사무실 PC 어디서나 웹 화면으로 확인, 이상 시 IT 담당자 휴대폰 텔레그램 알림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→ IMS 모니터링 서버 → 화면 · 휴대폰. 서버 쪽에는 감시 프로그램만 설치하며 업무 시스템은 건드리지 않습니다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서버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347472" cy="229332"/>
          </a:xfrm>
          <a:prstGeom prst="roundRect">
            <a:avLst>
              <a:gd name="adj" fmla="val 19936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987" y="1966326"/>
            <a:ext cx="277978" cy="159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279" y="2167860"/>
            <a:ext cx="83393" cy="34747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3684" y="2202607"/>
            <a:ext cx="194584" cy="27798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서버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395728"/>
            <a:ext cx="347472" cy="229332"/>
          </a:xfrm>
          <a:prstGeom prst="roundRect">
            <a:avLst>
              <a:gd name="adj" fmla="val 19936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1987" y="2423526"/>
            <a:ext cx="277978" cy="159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279" y="2625060"/>
            <a:ext cx="83393" cy="34747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3684" y="2659807"/>
            <a:ext cx="194584" cy="27798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2377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서버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2852928"/>
            <a:ext cx="347472" cy="229332"/>
          </a:xfrm>
          <a:prstGeom prst="roundRect">
            <a:avLst>
              <a:gd name="adj" fmla="val 19936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" y="2880726"/>
            <a:ext cx="277978" cy="159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279" y="3082260"/>
            <a:ext cx="83393" cy="34747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684" y="3117007"/>
            <a:ext cx="194584" cy="27798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80160" y="2834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그룹웨어 서버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3310128"/>
            <a:ext cx="347472" cy="229332"/>
          </a:xfrm>
          <a:prstGeom prst="roundRect">
            <a:avLst>
              <a:gd name="adj" fmla="val 19936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" y="3337926"/>
            <a:ext cx="277978" cy="159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279" y="3539460"/>
            <a:ext cx="83393" cy="34747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684" y="3574207"/>
            <a:ext cx="194584" cy="27798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3291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서버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3767328"/>
            <a:ext cx="347472" cy="229332"/>
          </a:xfrm>
          <a:prstGeom prst="roundRect">
            <a:avLst>
              <a:gd name="adj" fmla="val 19936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1987" y="3795126"/>
            <a:ext cx="277978" cy="159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279" y="3996660"/>
            <a:ext cx="83393" cy="34747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3684" y="4031407"/>
            <a:ext cx="194584" cy="27798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80160" y="3749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 (백업)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01752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 프로그램이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5초마다 상태 보고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880360"/>
            <a:ext cx="1097280" cy="274320"/>
          </a:xfrm>
          <a:prstGeom prst="rightArrow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20116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148840"/>
            <a:ext cx="548640" cy="362102"/>
          </a:xfrm>
          <a:prstGeom prst="roundRect">
            <a:avLst>
              <a:gd name="adj" fmla="val 12626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2192731"/>
            <a:ext cx="438912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74843" y="2510942"/>
            <a:ext cx="131674" cy="54864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87061" y="2565806"/>
            <a:ext cx="307238" cy="43891"/>
          </a:xfrm>
          <a:prstGeom prst="rect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348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모니터링 서버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43484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수집 · 이상 판단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추이 계산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0" y="2148840"/>
            <a:ext cx="640080" cy="256032"/>
          </a:xfrm>
          <a:prstGeom prst="rightArrow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3291840"/>
            <a:ext cx="640080" cy="256032"/>
          </a:xfrm>
          <a:prstGeom prst="rightArrow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60920" y="1691640"/>
            <a:ext cx="132588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18120" y="1783080"/>
            <a:ext cx="411480" cy="271577"/>
          </a:xfrm>
          <a:prstGeom prst="roundRect">
            <a:avLst>
              <a:gd name="adj" fmla="val 1683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59268" y="1815998"/>
            <a:ext cx="329184" cy="18928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74482" y="2054657"/>
            <a:ext cx="98755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8646" y="2095805"/>
            <a:ext cx="230429" cy="3291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60920" y="21945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화면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사무실 PC 어디서나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360920" y="2971800"/>
            <a:ext cx="132588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3044952"/>
            <a:ext cx="251460" cy="457200"/>
          </a:xfrm>
          <a:prstGeom prst="roundRect">
            <a:avLst>
              <a:gd name="adj" fmla="val 2909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23276" y="3099816"/>
            <a:ext cx="1874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60920" y="35204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알림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발생 즉시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① 모니터링 화면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서버마다 카드 한 장. 색만 봐도 상태를 알 수 있습니다</a:t>
            </a:r>
            <a:endParaRPr lang="en-US" sz="1300" dirty="0"/>
          </a:p>
        </p:txBody>
      </p:sp>
      <p:pic>
        <p:nvPicPr>
          <p:cNvPr id="4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937760" cy="2157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5204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(서버 카드 · 빨간 카드는 정지된 서버)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806440" y="143560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325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상태 확인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 = 정상, 노랑 = 주의, 빨강 = 위험 · 정지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06440" y="2212848"/>
            <a:ext cx="201168" cy="201168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용량 예측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증가량을 계산해 "약 N일 후 가득" 표시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06440" y="29900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2880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조회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CPU · 메모리 추이와 용량 변화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3767328"/>
            <a:ext cx="201168" cy="20116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3657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접속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사무실 PC 브라우저로 별도 설치 없이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② 휴대폰 알림 (텔레그램)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보고 있지 않아도, 야간과 휴일에도 담당자에게 바로 전달됩니다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377440" cy="3200400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2103120" cy="283464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모니터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195681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[IMS 모니터] MES 서버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응답 없음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(마지막 수신 2분 전)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09-07 02:14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2724912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761488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[IMS 모니터] ERP 서버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D: 드라이브 92% 사용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12일 후 가득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09-07 11:30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529584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566160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[IMS 모니터] MES 서버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응답 복구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09-07 02:31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417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알리나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14173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정지 · CPU 과부하 지속 · 메모리 부족 · 디스크 90% 이상 · 30일 내 용량 소진 예상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14884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21945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정상으로 돌아오면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1945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알림을 보내 상황 종료를 확인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292608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29718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알림 방지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718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순간적인 수치 변동은 무시, 같은 경고는 정해진 간격으로만, 야간 조용 시간 설정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70332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6160" y="37490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알림은 기록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749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이력 파일로 보관 · 화면에서 조회 · 다운로드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"알고 나서 대응"에서 "알기 전에 대응"으로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274320" cy="274320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정전 · 화재 · 장비 고장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멈추면 90초 안에 휴대폰으로 알림. 출근해서 알던 것을 즉시 확인하고 대응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627632"/>
            <a:ext cx="274320" cy="274320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가득 참 사고 예방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· MES 가 디스크 부족으로 멈추는 사고를 30일 전에 예측해 미리 정리 · 증설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090672"/>
            <a:ext cx="274320" cy="274320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원인 파악 시간 단축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401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언제부터 CPU · 메모리가 올라갔는지 이력이 남아 원인 추적이 빨라짐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90672"/>
            <a:ext cx="274320" cy="274320"/>
          </a:xfrm>
          <a:prstGeom prst="ellipse">
            <a:avLst/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· 휴일 무인 감시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401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보지 않아도 24시간 자동 감시. 담당자 부재 시 다른 담당자에게도 동시 알림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1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라이선스 비용 없이 자체 구축 · 서버 추가 시 설치 파일 실행만으로 3분 내 연결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활용 계획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서버 상태 감시, 다음은 업무 시스템과 장비까지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 완료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서버 · NAS 연결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휴대폰 알림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용량 예측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27248" y="2697480"/>
            <a:ext cx="146304" cy="4572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B5163F"/>
          </a:solidFill>
          <a:ln w="12700">
            <a:solidFill>
              <a:srgbClr val="B516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 이번 분기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10312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· MES 핵심 서비스 생존 감시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정상 완료 여부 확인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 디스크 불량 감지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70448" y="2697480"/>
            <a:ext cx="146304" cy="4572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 내년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10312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 메뉴에 통합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온도 · 전원 · 팬 감시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서버 현황 보고서 자동 생성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만든 감시 체계 위에 항목만 추가하는 방식이라, 단계마다 큰 추가 투자 없이 확장할 수 있습니다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서버 통합 모니터링 시스템 구축 보고</dc:title>
  <dc:subject>PptxGenJS Presentation</dc:subject>
  <dc:creator>PptxGenJS</dc:creator>
  <cp:lastModifiedBy>PptxGenJS</cp:lastModifiedBy>
  <cp:revision>1</cp:revision>
  <dcterms:created xsi:type="dcterms:W3CDTF">2026-09-07T05:53:42Z</dcterms:created>
  <dcterms:modified xsi:type="dcterms:W3CDTF">2026-09-07T05:53:42Z</dcterms:modified>
</cp:coreProperties>
</file>