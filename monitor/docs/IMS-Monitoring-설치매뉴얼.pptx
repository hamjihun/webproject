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24128"/>
            <a:ext cx="640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078992"/>
            <a:ext cx="512064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463040"/>
            <a:ext cx="14630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54480"/>
            <a:ext cx="3657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777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· Windows · Linux · NAS 에이전트 설치 매뉴얼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· 삭제 · 이름 변경 · 관리 · 알림 설정 · 문제 해결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78638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1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1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16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수집기 (server.js / alerts.js / 화면)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v1.8.0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IMS 서버 192.168.0.9 : 15138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에이전트 (IMS-Monitoring-Agent-Setup.exe)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v1.3.0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Windows 서버 · PC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에이전트 (agent/linux)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2026-09-07 배포본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서버 · 시놀로지 NAS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2026-09-07   ·   ILSAN IT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4475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구성과 준비물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627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057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서버 수집기 설치 · 업그레이드 · 삭제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90779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788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에이전트 설치 · 관리 · 삭제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3931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20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에이전트 설치 · 관리 · 삭제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44475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325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시놀로지 NAS 설치 (ipTIME 안내 포함)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0574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17627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057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화면 사용법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90779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788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설정 (텔레그램 · 임계치 · 로그)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0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639312"/>
            <a:ext cx="329184" cy="329184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520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· 보안 유의사항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 구성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서버의 에이전트가 IMS 서버의 수집기로 5초마다 보내고, 수집기가 화면과 텔레그램 알림을 만든다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서버 · PC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09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Agent (Setup.exe)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+ 트레이 아이콘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서버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24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ims-agent (systemd 서비스)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시놀로지 NAS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198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ims-agent (DSM 작업 스케줄러)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618488"/>
            <a:ext cx="502920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468880"/>
            <a:ext cx="502920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3264408"/>
            <a:ext cx="502920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1325880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90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서버 (192.168.0.9)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1709928"/>
            <a:ext cx="23774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수집기 server.js  · 포트 15138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수신 (토큰 확인)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1시간 추이, 일별 디스크 스냅샷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알림 엔진 (임계치 · 텔레그램)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제공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ServerMonitorCollector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C:\ims\monitor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457200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71800"/>
            <a:ext cx="457200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60020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화면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9842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http://192.168.0.9:15138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PC 어디서나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69748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알림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0815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메모리 · 디스크 · 오프라인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휴대폰으로 전송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읽기만 하고 밖으로 보내기만 한다 (수신 포트 없음). 열어야 하는 포트는 IMS 서버의 15138 하나뿐이며 사내망 전용이다.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준비물과 공통 정보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전에 아래 값을 확인해 둔다. 토큰은 모든 에이전트와 수집기가 같아야 한다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수집기 주소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http://192.168.0.9:15138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주소이자 에이전트 전송 주소의 앞부분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전송 주소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http://192.168.0.9:15138/api/metrics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화면 기본값으로 들어 있음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ilsan-mon-2026 (기본값)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deploy\setup-collector.cmd 의 TOKEN 과 동일해야 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파일 위치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저장소 ZIP → monitor 폴더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dist\IMS-Monitoring-Agent-Setup.exe, agent\linux\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프로그램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IMS 서버: Node.js LTS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쪽은 추가 설치 없음 (Linux 는 curl)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3558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폴더 구조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657600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server.js · alerts.js · public/  수집기와 화면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deploy/  수집기 설치 스크립트 (setup-collector.cmd)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dist/  Windows 에이전트 설치 파일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agent/linux/  Linux · NAS 에이전트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3246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33558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대역 → IMS 서버 통신 확인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3657600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서버에서 브라우저로 http://192.168.0.9:15138/api/health 열기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{"ok":true,...} 가 보이면 네트워크 준비 완료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열리면 네트워크 담당자에게 TCP 15138 허용 요청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IMS 서버 수집기 설치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서버(192.168.0.9)에 원격 접속해서 진행. 약 10분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07592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LTS 설치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https://nodejs.org 에서 받아 기본값으로 설치. 새 PowerShell 에서 node -v 로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2082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폴더를 C:\ims\monitor 로 복사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을 풀어 monitor 폴더 통째로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73405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deploy\setup-collector.cmd 더블클릭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확인 "예". 작업 스케줄러 등록 + 방화벽 15138 허용 + 즉시 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44728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PC 브라우저에서 http://192.168.0.9:15138 → 오른쪽 위 "수집기 v1.8.0"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325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3258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C:\ims\monitor\deploy\setup-collector.cmd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PORT=15138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TOKEN=ilsan-mon-2026   ← 에이전트와 같은 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256032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50992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결과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50992" y="297180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스케줄러: ServerMonitorCollector (시스템 시작 시, 죽으면 1분 뒤 재시작)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C:\ims\monitor\data\ (state.json, settings.json, alerts-YYYY-MM.log)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로그: C:\ims\monitor\collector.log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수집기 업그레이드 · 삭제 · 관리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ZIP 의 monitor 폴더를 C:\ims\monitor 에 덮어쓰기 (data 폴더는 그대로 둔다)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deploy\setup-collector.cmd 다시 더블클릭 → "기존 수집기 종료 (PID …)" 표시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새로고침 → 오른쪽 위 버전이 바뀌면 완료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984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PowerShell 에서 아래 명령 실행 후 폴더 삭제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항목과 방화벽 규칙이 제거된다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이력을 남기려면 data 폴더만 백업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69748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.\deploy\install-collector-windows.ps1 -Uninstall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443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불일치 경고가 뜨면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24612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맨 위 주황색 "수집기 프로그램이 v… 화면 파일은 v…"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 node.exe 가 남아 있는 것 → setup-collector.cmd 재실행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안 되면 작업 관리자에서 node.exe 종료 후 재실행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33101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관리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361188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스케줄러(taskschd.msc) 에서 ServerMonitorCollector 실행 중인지 확인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변경 시 setup-collector.cmd 의 TOKEN 수정 후 재실행, 에이전트도 같은 값으로 재설치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Windows 에이전트 설치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Server / PC 공통. 설치 파일 하나로 끝난다 (약 3분)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075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dist\IMS-Monitoring-Agent-Setup.exe 를 서버로 복사해 실행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확인 "예"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3911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설정 화면: 주소와 토큰이 기본값으로 채워져 있음 → 다음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http://192.168.0.9:15138/api/metrics · 토큰 ilsan-mon-2026 · 간격 5초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7706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위치 → 다음 → 설치 → 마침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C:\Program Files\IMSMonitoringAgent 에 설치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3872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021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 아이콘 확인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표시줄 오른쪽 아이콘의 점이 초록이면 정상 전송 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32588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143560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하는 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1737360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IMSMonitoringAgent (부팅 30초 뒤 시작, 죽으면 재시작)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로그온 시 트레이 아이콘 자동 실행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[프로그램 추가/제거] 등록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 · 시작 메뉴 아이콘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 아이콘 점 색상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3227832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3200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전송 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350215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97880" y="3474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실패 · 응답 없음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3776472"/>
            <a:ext cx="182880" cy="1828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중지됨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23560" y="40507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4023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중 · 확인 중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Windows 에이전트 관리 · 이름 변경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 아이콘을 마우스 오른쪽 클릭하면 메뉴가 나온다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이름 · 호스트 · 마지막 전송 상태 · 실패 원인 (401 = 토큰 불일치)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설정...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 화면에 표시할 이름 (예: ERP 서버). 5초 안에 반영, 재부팅해도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 화면 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브라우저로 http://192.168.0.9:15138 열기 (아이콘 두 번 클릭과 같음)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C:\ProgramData\IMSMonitoringAgent\agent.log 를 메모장으로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시작 / 재시작 / 종료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전송을 켜고 끈다 (관리자 확인 창). 종료하면 화면에 오프라인으로 표시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트레이 아이콘 닫기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아이콘만 닫고 전송은 계속. 바탕화면 IMS Monitoring Agent 아이콘으로 다시 띄움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767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 · 시작 메뉴 아이콘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0690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실행하면 멈춰 있던 에이전트를 시작하고 트레이 아이콘을 띄운다.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36576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3767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위치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40690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C:\Program Files\IMSMonitoringAgent (agent.conf 에 주소·토큰)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상태·로그·이름 C:\ProgramData\IMSMonitoringAgent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Windows 에이전트 삭제 · 업그레이드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0200"/>
            <a:ext cx="3694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[설정 &gt; 앱] 또는 [프로그램 추가/제거] 에서 "IMS Monitoring Agent" 제거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 과정에서 수집기에 알려 모니터링 화면의 카드가 자동으로 사라진다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· 트레이 자동 실행 · 바탕화면 아이콘 · 파일이 모두 정리된다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984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00200"/>
            <a:ext cx="3694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Setup.exe 를 그냥 실행 → 다음만 누른다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· 표시 이름 설정은 유지된다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작업과 프로세스를 자동으로 정리하고 교체한다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트레이 점이 초록으로 돌아오면 완료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21868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화면에서만 지우고 싶을 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52044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→ 팝업 아래 "목록에서 삭제". 에이전트가 아직 실행 중이면 5초 뒤 다시 나타난다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빼려면 그 서버에서 에이전트를 제거한다. 카드 순서 · 알림 끄기 설정도 함께 정리된다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Linux 에이전트 설치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PuTTY(터미널)와 WinSCP(파일 전송) 사용. bash · curl 만 있으면 된다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075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WinSCP 로 서버에 접속해 파일 2개 올리기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monitor\agent\linux\ 의 install.sh, ims-agent.sh → 홈 폴더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PuTTY 로 접속 (root 또는 sudo 가능 계정)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4414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명령 실행 (--name 은 화면 표시 이름)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0837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"설치 완료 · 서비스: 실행 중" 확인 → 화면에 카드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325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install.sh ims-agent.sh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./install.sh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--url http://192.168.0.9:15138/api/metrics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ilsan-mon-2026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"V3 서버"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10912" y="303580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하는 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10912" y="3337560"/>
            <a:ext cx="3511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/opt/ims-agent 에 복사, 설정 /etc/ims-agent/agent.conf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서비스 ims-agent 등록 (부팅 시 자동, 죽으면 재시작)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명령 ims-agent 를 /usr/local/bin 에 설치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/boot, snap 등 시스템 파티션은 화면에서 자동 제외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8130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114800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--interval 10 (전송 간격) · --insecure (https 사설 인증서) · --disks "/,/data" (표시할 마운트 지정)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Linux 에이전트 관리 · 이름 변경 · 삭제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후에는 어느 폴더에서든 ims-agent 명령으로 관리한다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ims-agent 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상태 · 설정 · 마지막 전송 결과 (401 = 토큰 불일치, 연결 실패 = 방화벽)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sudo ims-agent name "ERP 리눅스"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표시 이름 변경 (빈 문자열이면 호스트명). 5초 안에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sudo ims-agent disks "/,/data"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보일 마운트 지정 (빈 문자열이면 자동 제외 방식)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sudo ims-agent restart | stop | start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재시작 · 중지 · 시작 (중지하면 화면에 오프라인)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ims-agent log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로그 (Ctrl+C 로 나감)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sudo ims-agent uninstall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제거. 수집기에 알려 화면 카드도 자동 삭제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0448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206240"/>
            <a:ext cx="7900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install.sh, ims-agent.sh 를 다시 올리고  sudo ./install.sh  만 실행하면 된다 (주소 · 토큰 · 이름 유지)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시놀로지 NAS 설치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DSM 안은 리눅스라 같은 에이전트를 쓴다. systemd 가 없어 DSM 작업 스케줄러에 등록하는 점만 다르다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0759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DSM 제어판 → 터미널 및 SNMP → SSH 서비스 활성화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9659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WinSCP 로 관리자 계정 접속 → install.sh, ims-agent.sh 올리기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/volume1/homes/계정/ims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6243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PuTTY 접속 → sudo -i → 아래 명령 실행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"설치 완료 (systemd 없음 → 백그라운드 실행)" 표시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8269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DSM 작업 스케줄러에 부팅 시 실행 등록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제어판 → 작업 스케줄러 → 생성 → 트리거된 작업 → 사용자 정의 스크립트 → 이벤트 부팅 · 사용자 root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325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1325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/volume1/homes/계정/ims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install.sh ims-agent.sh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./install.sh --url http://192.168.0.9:15138/api/metrics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ilsan-mon-2026 --name "시놀로지 NAS"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스케줄러 스크립트 칸에 넣을 한 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69748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/usr/local/bin/ims-agent start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32004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76672" y="331012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알아둘 점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76672" y="361188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메모리 · /volume1 용량 · 오프라인은 서버와 동일하게 표시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8개 중 불량(SMART · RAID)은 이 방식으로 안 보임 → DSM 알림 설정 병행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ipTIME NAS 는 에이전트 설치 불가 (전용 펌웨어)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모니터링 화면 사용법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http://192.168.0.9:15138  ·  5초마다 자동 갱신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 CPU · 메모리 · 드라이브 사용률. 75% 노랑, 90% 빨강. 제목은 에이전트에서 정한 표시 이름, 아래 줄이 호스트명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25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90초 동안 수신이 없으면 카드 전체가 빨간색 + "오프라인" 배지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팝업: 드라이브별 전일 · 7일 · 30일 증가량, 하루 평균, 예상 소진일, CPU/메모리 추이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103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바꾸기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왼쪽 위 ⠿ 를 잡고 드래그, 또는 팝업의 ◀ 앞으로 / 뒤로 ▶. 모든 PC 에 같은 순서로 저장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80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서버별 알림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팝업의 "이 서버 알림: CPU · 메모리 · 디스크 · 오프라인" 체크, 또는 "🔕 이 서버 알림 끄기". 카드에 🔕 표시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880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삭제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아래 버튼. 에이전트가 살아 있으면 다시 나타남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 "수집기 vX.Y.Z". 화면 파일과 다르면 맨 위에 주황 경고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알림 설정 (텔레그램)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오른쪽 위 🔔 알림 버튼. 수집기가 10초마다 규칙을 검사해 휴대폰으로 보낸다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61872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만들기 (휴대폰 텔레그램)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@BotFather → /newbot → 이름, 아이디(bot 으로 끝남) → 토큰(123456:AAH...) 전체 복사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938528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봇에게 아무 메시지나 하나 보내기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그룹으로 받으려면 그룹에 봇 초대 후 그룹에서 메시지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615184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알림 → 봇 토큰 붙여넣기 → "채팅 ID 찾기" → 본인 선택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ID 는 숫자. 봇 아이디(@...)가 아니다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292608" cy="29260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91840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"테스트 전송" → 휴대폰 확인 → "설정 저장"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IMS 서버에서 api.telegram.org 443 아웃바운드 허용 필요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(기본값)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80% · 1분 지속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순간 스파이크 제외. 기준 -5% 아래로 내려오면 해제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90% · 1분 지속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서버 등은 서버별로 끄거나 기준 상향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90% · 소진 30일 이내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시각 11:30 에 하루 1회만 판단 (새벽 백업 변동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90초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 시간에도 전송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재알림 60분 · 복귀 알림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경고 지속 시 재알림, 정상화되면 🟢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 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시간에는 텔레그램 미전송 (이력엔 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408736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4389120"/>
            <a:ext cx="790041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알림 창에 최근 10건. 전체는 월 선택 → "전체 이력 보기" 또는 "텍스트 파일 다운로드" (IMS 서버 data\alerts-YYYY-MM.log)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문제 해결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트레이 점 빨강 · 상태 보기 "(401) 권한이 없음"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불일치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수집기 setup-collector.cmd 의 TOKEN 과 같은 값으로 에이전트 재설치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트레이 점 빨강 · "연결 실패 / 시간 초과"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→ IMS 서버 15138 통신 차단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서버에서 http://192.168.0.9:15138/api/health 열어 확인, 방화벽 허용 요청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카드가 오프라인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중지 · 서버 다운 · 위 두 가지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트레이 상태 보기 → 원인별 조치. 재부팅 직후면 "에이전트 재시작"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재부팅 후 "에이전트 응답 없음"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구버전 에이전트 (1.2 이하)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1.3.0 이상으로 재설치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저장 실패 HTTP 404 · 화면 맨 위 주황 경고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IMS 서버 수집기가 구버전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setup-collector.cmd 재실행, 안 되면 node.exe 종료 후 재실행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 ID 찾기 "대화가 없습니다"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봇에게 메시지를 안 보냄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휴대폰에서 봇에게 아무 메시지 후 다시 시도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 시간이 PC 켠 시간과 다름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빠른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1.2 이상은 시작 이벤트 기준으로 계산 (정상)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"bash^M: bad interpreter"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줄바꿈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sed -i 's/\r$//' install.sh ims-agent.sh 후 재실행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보안 · 운영 유의사항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1704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회사만 아는 값으로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ilsan-mon-2026 은 설치 파일과 저장소에 들어 있다. setup-collector.cmd 와 설치 파일 기본값을 바꾸고 전체 재설치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3444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0368" y="11704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Private 전환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저장소가 Public 이면 토큰과 내부 IP 가 공개된다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3172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2677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15138 은 사내망 전용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방화벽 · 공유기에서 외부 포트포워딩 금지. 화면은 사내 누구나 볼 수 있으니 필요 시 접속 대역 제한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3172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2677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수집기 = IMS 서버 의존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서버가 꺼지면 화면도 꺼진다. 다른 서버에서 IMS 를 ping 하는 체크를 하나 두면 보완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42900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33649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Server 2016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1월 보안 업데이트 종료. 모니터링보다 우선순위가 높은 보안 과제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291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429000"/>
            <a:ext cx="310896" cy="310896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336499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순서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수집기 먼저(버전 확인) → 에이전트. 에이전트는 Setup.exe 재실행, Linux 는 install.sh 재실행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Monitoring 설치 매뉴얼  ·  2026-09-07  ·  수집기 v1.8.0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 Monitoring 설치 매뉴얼</dc:title>
  <dc:subject>PptxGenJS Presentation</dc:subject>
  <dc:creator>PptxGenJS</dc:creator>
  <cp:lastModifiedBy>PptxGenJS</cp:lastModifiedBy>
  <cp:revision>1</cp:revision>
  <dcterms:created xsi:type="dcterms:W3CDTF">2026-09-07T05:36:26Z</dcterms:created>
  <dcterms:modified xsi:type="dcterms:W3CDTF">2026-09-07T05:36:26Z</dcterms:modified>
</cp:coreProperties>
</file>